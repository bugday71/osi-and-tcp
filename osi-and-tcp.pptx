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5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B41578-3940-40C9-BE30-0BAF028A86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6C8E7A7-2C61-490A-A2B1-D330408B92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081281-244E-454A-BBCA-E1A5BC786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FADD1-3C4A-4185-A744-AAEA82FEEA63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CAB1DA-0B47-4B5E-B340-691CB99EF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9A6D7B-1681-4DB3-9497-E2E8FE5A0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B3EE2-E366-47F1-8EE3-7E8804F170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5787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88007C-A253-41D3-A3A4-8ACC746B6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13C69B-F4D1-401B-A4B2-E318D53D11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8E9A18-4474-4A49-8084-24EDDAE33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FADD1-3C4A-4185-A744-AAEA82FEEA63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085731-E5E1-4C4B-936B-109D7C562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41039E-35E8-4195-AB84-221E8082E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B3EE2-E366-47F1-8EE3-7E8804F170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1466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8CAFE4-469B-470B-8A7C-9B70C82D8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263175-675C-4331-B7A2-7B1706C6F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229A90-A703-42D5-AA5F-00FD71496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FADD1-3C4A-4185-A744-AAEA82FEEA63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B09481-6BDE-4B37-BDBF-F9391EE06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BCD8C6-5371-4666-BFB9-06986AF57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B3EE2-E366-47F1-8EE3-7E8804F170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5032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9C6F3D-DDEA-4076-A64E-FCE186974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E439F2-5654-4E38-9052-FD6984F227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CD1A452-D4EF-4EE6-A368-560AA4A474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27BCA7-0350-4886-8FDB-76F063A60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FADD1-3C4A-4185-A744-AAEA82FEEA63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3876D60-6519-47E5-9EC1-8B33EAD96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B83AF9B-D856-4FE8-833D-627AC0178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B3EE2-E366-47F1-8EE3-7E8804F170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1503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386C23-A5CF-481F-9091-016FE5E21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45B02A6-4DA3-4598-8FD3-749D7A2FD1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5501BF3-6753-4BC4-8A33-B052D4EE42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3B89F56-0C00-4467-AF2A-8F5AB446C7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D55FDB0-C58A-4723-BD3B-59A1098B2F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617209C-4873-42CC-8CAB-D93CAC20B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FADD1-3C4A-4185-A744-AAEA82FEEA63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2D54A6E-F49C-4F8A-996F-2FB8E556A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0006A79-3C28-4305-BECE-0EC6F888E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B3EE2-E366-47F1-8EE3-7E8804F170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7830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6CD967-3796-40B6-8298-D4AF4374A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2545725-501A-47B9-9412-6BE005E87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FADD1-3C4A-4185-A744-AAEA82FEEA63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49FE768-3083-4127-B773-F3FD50D13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7EA1863-648F-444C-80D9-052CBB02F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B3EE2-E366-47F1-8EE3-7E8804F170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7411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F251140-5784-435F-93E1-ED5A17E0F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FADD1-3C4A-4185-A744-AAEA82FEEA63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E34F9EB-87E6-436A-9ED9-B5442EA4C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D009D7-6E49-444D-AD74-39D144336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B3EE2-E366-47F1-8EE3-7E8804F170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8449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7558E0-4952-4855-A7C7-AF06FC6D6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237DDD-C0E5-4179-86C2-218922440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275A14B-8163-4FC4-B36D-321685BC37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2B54C9A-49DC-4115-9533-033943EEF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FADD1-3C4A-4185-A744-AAEA82FEEA63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1D19FF5-CE34-4E00-9D9B-1A93D12AA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E04F41F-11A3-44E8-BAC5-1637614F2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B3EE2-E366-47F1-8EE3-7E8804F170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2287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9DF8BF-E59C-4168-8410-3E0CCE8B9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89C4A5D-8DDA-4BDD-8405-48028044B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82CBFBC-A971-4EC6-AADA-660AAF21A9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377438-C856-45E2-8643-655015097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FADD1-3C4A-4185-A744-AAEA82FEEA63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0A0E3A5-5C7A-4B6E-8A8C-C09C65EE8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749AE34-83D0-49FF-B86B-05928C596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B3EE2-E366-47F1-8EE3-7E8804F170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5978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A54CE8-666F-434E-9D6A-B747DAE47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E643BC3-527F-4B05-8D87-90954B8211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386F3A-EFCE-48B5-9A2E-549C1CF4E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FADD1-3C4A-4185-A744-AAEA82FEEA63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070316-D232-4696-A4F7-CFB519D23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68DDCD-FAC0-4BDF-AEE7-5937E30A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B3EE2-E366-47F1-8EE3-7E8804F170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037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28474CE-6354-4306-AE60-F8DE84A899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2281F54-6391-49B2-BB1E-9CACA71E3F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68C440-08D6-4A2F-9016-9269CB400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FADD1-3C4A-4185-A744-AAEA82FEEA63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28B483-EA26-4F38-9672-B57CE0044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E17563-3CFF-4DF6-BF38-9906EA99D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B3EE2-E366-47F1-8EE3-7E8804F170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1090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70BC5D6-C98D-4F4A-8C8B-D65E79A42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F0712E2-BE69-4516-B16A-7257C9D47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963A45-71AC-441F-8CF3-B97054E9A2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CFADD1-3C4A-4185-A744-AAEA82FEEA63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074D6F-59B9-4E72-9BA0-59776D4FA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9231B2-6E8F-4E30-B28B-B4578D77CB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4B3EE2-E366-47F1-8EE3-7E8804F170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2779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2C8A1848-BFAF-4CF4-8452-C2E2756D5D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3616721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3668468444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07588182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19798163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61485193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714995435"/>
                    </a:ext>
                  </a:extLst>
                </a:gridCol>
              </a:tblGrid>
              <a:tr h="857250">
                <a:tc>
                  <a:txBody>
                    <a:bodyPr/>
                    <a:lstStyle/>
                    <a:p>
                      <a:pPr algn="ctr" latinLnBrk="1"/>
                      <a:endParaRPr lang="ko-KR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/>
                        <a:t>OSI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/>
                        <a:t>Layer</a:t>
                      </a:r>
                      <a:r>
                        <a:rPr lang="ko-KR" altLang="en-US" sz="2400"/>
                        <a:t> </a:t>
                      </a:r>
                      <a:r>
                        <a:rPr lang="en-US" altLang="ko-KR" sz="2400"/>
                        <a:t>Number</a:t>
                      </a:r>
                      <a:endParaRPr lang="ko-KR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/>
                        <a:t>TCP/IP</a:t>
                      </a:r>
                      <a:r>
                        <a:rPr lang="ko-KR" altLang="en-US" sz="2400"/>
                        <a:t> </a:t>
                      </a:r>
                      <a:r>
                        <a:rPr lang="en-US" altLang="ko-KR" sz="2400"/>
                        <a:t>Layer</a:t>
                      </a:r>
                      <a:endParaRPr lang="ko-KR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/>
                        <a:t>Other Protocol</a:t>
                      </a:r>
                      <a:endParaRPr lang="ko-KR" altLang="en-US" sz="2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2150415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>
                          <a:solidFill>
                            <a:srgbClr val="FF0000"/>
                          </a:solidFill>
                        </a:rPr>
                        <a:t>Alligator</a:t>
                      </a:r>
                      <a:endParaRPr lang="ko-KR" altLang="en-US" sz="24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/>
                        <a:t>Application</a:t>
                      </a:r>
                      <a:endParaRPr lang="ko-KR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400">
                          <a:solidFill>
                            <a:srgbClr val="FF0000"/>
                          </a:solidFill>
                        </a:rPr>
                        <a:t>HTTP</a:t>
                      </a:r>
                      <a:endParaRPr lang="ko-KR" altLang="en-US" sz="24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400"/>
                        <a:t>SSH, FTP, Telnet, SMTP, POP3,</a:t>
                      </a:r>
                      <a:endParaRPr lang="ko-KR" altLang="en-US" sz="2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1445273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>
                          <a:solidFill>
                            <a:srgbClr val="FF0000"/>
                          </a:solidFill>
                        </a:rPr>
                        <a:t>Pet</a:t>
                      </a:r>
                      <a:endParaRPr lang="ko-KR" altLang="en-US" sz="24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/>
                        <a:t>Presentation</a:t>
                      </a:r>
                      <a:endParaRPr lang="ko-KR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40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7095493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>
                          <a:solidFill>
                            <a:srgbClr val="FF0000"/>
                          </a:solidFill>
                        </a:rPr>
                        <a:t>Steve's</a:t>
                      </a:r>
                      <a:endParaRPr lang="ko-KR" altLang="en-US" sz="24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/>
                        <a:t>Session</a:t>
                      </a:r>
                      <a:endParaRPr lang="ko-KR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40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7872535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>
                          <a:solidFill>
                            <a:srgbClr val="FF0000"/>
                          </a:solidFill>
                        </a:rPr>
                        <a:t>Touch</a:t>
                      </a:r>
                      <a:endParaRPr lang="ko-KR" altLang="en-US" sz="24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/>
                        <a:t>Transport</a:t>
                      </a:r>
                      <a:endParaRPr lang="ko-KR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>
                          <a:solidFill>
                            <a:srgbClr val="FF0000"/>
                          </a:solidFill>
                        </a:rPr>
                        <a:t>TCP</a:t>
                      </a:r>
                      <a:endParaRPr lang="ko-KR" altLang="en-US" sz="24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/>
                        <a:t>UDP, SCTP</a:t>
                      </a:r>
                      <a:endParaRPr lang="ko-KR" altLang="en-US" sz="2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1497566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>
                          <a:solidFill>
                            <a:srgbClr val="FF0000"/>
                          </a:solidFill>
                        </a:rPr>
                        <a:t>Not</a:t>
                      </a:r>
                      <a:endParaRPr lang="ko-KR" altLang="en-US" sz="24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/>
                        <a:t>Network</a:t>
                      </a:r>
                      <a:endParaRPr lang="ko-KR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>
                          <a:solidFill>
                            <a:srgbClr val="FF0000"/>
                          </a:solidFill>
                        </a:rPr>
                        <a:t>IP</a:t>
                      </a:r>
                      <a:endParaRPr lang="ko-KR" altLang="en-US" sz="24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/>
                        <a:t>IPv6, ARP</a:t>
                      </a:r>
                      <a:endParaRPr lang="ko-KR" altLang="en-US" sz="2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4232739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>
                          <a:solidFill>
                            <a:srgbClr val="FF0000"/>
                          </a:solidFill>
                        </a:rPr>
                        <a:t>Do</a:t>
                      </a:r>
                      <a:endParaRPr lang="ko-KR" altLang="en-US" sz="24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/>
                        <a:t>Data Link</a:t>
                      </a:r>
                      <a:endParaRPr lang="ko-KR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>
                          <a:solidFill>
                            <a:srgbClr val="FF0000"/>
                          </a:solidFill>
                        </a:rPr>
                        <a:t>Ethernet</a:t>
                      </a:r>
                      <a:endParaRPr lang="ko-KR" altLang="en-US" sz="24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/>
                        <a:t>HDLC, Frame Relay</a:t>
                      </a:r>
                      <a:endParaRPr lang="ko-KR" altLang="en-US" sz="2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6530403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>
                          <a:solidFill>
                            <a:srgbClr val="FF0000"/>
                          </a:solidFill>
                        </a:rPr>
                        <a:t>Please</a:t>
                      </a:r>
                      <a:endParaRPr lang="ko-KR" altLang="en-US" sz="24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/>
                        <a:t>Physical</a:t>
                      </a:r>
                      <a:endParaRPr lang="ko-KR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24022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0611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49</Words>
  <Application>Microsoft Office PowerPoint</Application>
  <PresentationFormat>와이드스크린</PresentationFormat>
  <Paragraphs>26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충치 이</dc:creator>
  <cp:lastModifiedBy>충치 이</cp:lastModifiedBy>
  <cp:revision>5</cp:revision>
  <dcterms:created xsi:type="dcterms:W3CDTF">2020-07-12T11:03:08Z</dcterms:created>
  <dcterms:modified xsi:type="dcterms:W3CDTF">2020-07-12T11:44:44Z</dcterms:modified>
</cp:coreProperties>
</file>